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0D3B3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4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4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103120"/>
            <a:ext cx="731520" cy="54864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76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TARU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0">
                <a:solidFill>
                  <a:srgbClr val="94A3B8"/>
                </a:solidFill>
                <a:latin typeface="Calibri"/>
              </a:defRPr>
            </a:pPr>
            <a:r>
              <a:t>Emotional Wellbeing Platform for College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4B8A6"/>
                </a:solidFill>
                <a:latin typeface="Calibri"/>
              </a:defRPr>
            </a:pPr>
            <a:r>
              <a:t>Internship Project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Intern: Lokesh  |  Organization: Cogniease Techno Labs Pvt. Ltd.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Duration: August 2026 – September 2026  |  33 Commits  |  Full-Stack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A1A2E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Oval 4"/>
          <p:cNvSpPr/>
          <p:nvPr/>
        </p:nvSpPr>
        <p:spPr>
          <a:xfrm>
            <a:off x="1691640" y="1481328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10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1691640" y="1920240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8105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About Taru — Platform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94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Oval 10"/>
          <p:cNvSpPr/>
          <p:nvPr/>
        </p:nvSpPr>
        <p:spPr>
          <a:xfrm>
            <a:off x="1691640" y="2359152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24942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Oval 13"/>
          <p:cNvSpPr/>
          <p:nvPr/>
        </p:nvSpPr>
        <p:spPr>
          <a:xfrm>
            <a:off x="1691640" y="2798064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68833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272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Oval 16"/>
          <p:cNvSpPr/>
          <p:nvPr/>
        </p:nvSpPr>
        <p:spPr>
          <a:xfrm>
            <a:off x="1691640" y="3236976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1272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Core Features — Student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66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0" name="Oval 19"/>
          <p:cNvSpPr/>
          <p:nvPr/>
        </p:nvSpPr>
        <p:spPr>
          <a:xfrm>
            <a:off x="1691640" y="3675888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Core Features — Professional &amp; Institution Portals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005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3" name="Oval 22"/>
          <p:cNvSpPr/>
          <p:nvPr/>
        </p:nvSpPr>
        <p:spPr>
          <a:xfrm>
            <a:off x="1691640" y="4114800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40050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Real-Time Features — Games &amp; Communication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4398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6" name="Oval 25"/>
          <p:cNvSpPr/>
          <p:nvPr/>
        </p:nvSpPr>
        <p:spPr>
          <a:xfrm>
            <a:off x="1691640" y="4553712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444398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My Contributions &amp; Work 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88289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9" name="Oval 28"/>
          <p:cNvSpPr/>
          <p:nvPr/>
        </p:nvSpPr>
        <p:spPr>
          <a:xfrm>
            <a:off x="1691640" y="4992624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488289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Challenges Faced &amp; Solutions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3218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2" name="Oval 31"/>
          <p:cNvSpPr/>
          <p:nvPr/>
        </p:nvSpPr>
        <p:spPr>
          <a:xfrm>
            <a:off x="1691640" y="5431536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53218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Key Learnings &amp; Skills Acquired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760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5" name="Oval 34"/>
          <p:cNvSpPr/>
          <p:nvPr/>
        </p:nvSpPr>
        <p:spPr>
          <a:xfrm>
            <a:off x="1691640" y="5870448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2024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1A1A2E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029200"/>
          </a:xfrm>
          <a:prstGeom prst="round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DC2626"/>
                </a:solidFill>
                <a:latin typeface="Calibri"/>
              </a:defRPr>
            </a:pPr>
            <a:r>
              <a:t>🔴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1 in 3 college students experience significant anxiety or depression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Most students never seek professional mental health help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Long waiting lists and stigma prevent students from getting support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Existing solutions are fragmented — no single platform addresses all needs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Institutions lack visibility into aggregate student wellbeing 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0D9B8C"/>
                </a:solidFill>
                <a:latin typeface="Calibri"/>
              </a:defRPr>
            </a:pPr>
            <a:r>
              <a:t>✅  The Solution — Taru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A unified emotional wellbeing platform built specifically for college students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Daily mental health check-ins with science-backed assessments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Anonymous peer-to-peer chat for community support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Direct booking with certified psychiatrists via video calls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Stress-relief interactive games and AI chatbot support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Institution dashboard for aggregate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1A1A2E"/>
                </a:solidFill>
                <a:latin typeface="Calibri"/>
              </a:defRPr>
            </a:pPr>
            <a:r>
              <a:t>About Taru — 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Taru is a safe, confidential digital space built for college students to track their mental health,</a:t>
            </a:r>
            <a:br/>
            <a:r>
              <a:t>connect with peers, access professional support, and relieve stress — all in one 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383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743200"/>
            <a:ext cx="457200" cy="4572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61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D9B8C"/>
                </a:solidFill>
                <a:latin typeface="Calibri"/>
              </a:defRPr>
            </a:pPr>
            <a:r>
              <a:t>Student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Daily check-ins, mood tracking, peer chat, AI chatbot, psychiatrist booking, stress-relief games, and profile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468880"/>
            <a:ext cx="3383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79" y="2743200"/>
            <a:ext cx="457200" cy="4572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761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D9B8C"/>
                </a:solidFill>
                <a:latin typeface="Calibri"/>
              </a:defRPr>
            </a:pPr>
            <a:r>
              <a:t>Psychiatrist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7033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Dedicated dashboard for professionals to manage availability, view appointments, conduct video meetings, and track patient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2468880"/>
            <a:ext cx="3383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19" y="2743200"/>
            <a:ext cx="457200" cy="4572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761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D9B8C"/>
                </a:solidFill>
                <a:latin typeface="Calibri"/>
              </a:defRPr>
            </a:pPr>
            <a:r>
              <a:t>Institution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37033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Admin dashboard with aggregate student analytics, mood trends overview, enrolled student management, and wellbeing insights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669280"/>
            <a:ext cx="2286000" cy="8229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0D9B8C"/>
                </a:solidFill>
                <a:latin typeface="Calibri"/>
              </a:defRPr>
            </a:pPr>
            <a:r>
              <a:t>33+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Git Commits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5669280"/>
            <a:ext cx="2286000" cy="8229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5715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0D9B8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User Portals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669280"/>
            <a:ext cx="2286000" cy="8229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715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0D9B8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Interactive Games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5669280"/>
            <a:ext cx="2286000" cy="8229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5715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0D9B8C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Wellbeing 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1A1A2E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502920"/>
          </a:xfrm>
          <a:prstGeom prst="roundRect">
            <a:avLst/>
          </a:prstGeom>
          <a:solidFill>
            <a:srgbClr val="0D9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React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084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Modern UI library with hooks &amp; functional 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249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Type-safe development for reliability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64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649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Lightning-fast build tool and dev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0507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Tailwind CSS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00507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Utility-first CSS framework for rapid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1772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45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React Router v7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6451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Client-side routing and navigation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5780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85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TanStack React 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2852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Server state management &amp; caching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897879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9253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Lucide React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92531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Beautiful, consistent icon library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371600"/>
            <a:ext cx="5120640" cy="502920"/>
          </a:xfrm>
          <a:prstGeom prst="roundRect">
            <a:avLst/>
          </a:prstGeom>
          <a:solidFill>
            <a:srgbClr val="0D9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389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05740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084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Node.js (≥18)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084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JavaScript runtime for server-side logic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69748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724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Express.js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7249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Minimal web framework for REST APIs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33756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364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MongoDB + Mongoose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3649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NoSQL database with ODM for data modeling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977639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00507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Socket.IO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00507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Real-time bidirectional communication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61772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645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JWT + bcrypt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6451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Secure authentication &amp; password hashing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25780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5285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WebRTC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2852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Peer-to-peer video conferencing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5897879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59253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Express Validator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92531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Input validation middleware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1A1A2E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11887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CLIENT LAYER (React + TypeScript + Vite)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3774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Student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65960"/>
            <a:ext cx="23774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993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Psychiatrist Portal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23774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93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Institution Portal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965960"/>
            <a:ext cx="23774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993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Landing Page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669280" y="2743200"/>
            <a:ext cx="640080" cy="457200"/>
          </a:xfrm>
          <a:prstGeom prst="downArrow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11247120" cy="173736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A7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66534"/>
                </a:solidFill>
                <a:latin typeface="Calibri"/>
              </a:defRPr>
            </a:pPr>
            <a:r>
              <a:t>BACKEND LAYER (Node.js + Express)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REST API</a:t>
            </a:r>
            <a:br/>
            <a:r>
              <a:t>Routes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37947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3840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Auth</a:t>
            </a:r>
            <a:br/>
            <a:r>
              <a:t>Middleware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37947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3840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Controllers</a:t>
            </a:r>
            <a:br/>
            <a:r>
              <a:t>(9 modules)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37947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3840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Socket.IO</a:t>
            </a:r>
            <a:br/>
            <a:r>
              <a:t>Realtime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37947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3840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WebRTC</a:t>
            </a:r>
            <a:br/>
            <a:r>
              <a:t>Signaling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669280" y="5120640"/>
            <a:ext cx="640080" cy="457200"/>
          </a:xfrm>
          <a:prstGeom prst="downArrow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687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92400E"/>
                </a:solidFill>
                <a:latin typeface="Calibri"/>
              </a:defRPr>
            </a:pPr>
            <a:r>
              <a:t>DATABASE LAYER (MongoDB + Mongoose)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6080760"/>
            <a:ext cx="12801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099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6080760"/>
            <a:ext cx="12801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6099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DailyCheckIn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6080760"/>
            <a:ext cx="12801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6099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Appointment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0" y="6080760"/>
            <a:ext cx="12801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6099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Availability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0" y="6080760"/>
            <a:ext cx="12801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6099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Psychiatrist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6080760"/>
            <a:ext cx="12801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6099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Institution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6080760"/>
            <a:ext cx="12801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0" y="6099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Meeting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1A1A2E"/>
                </a:solidFill>
                <a:latin typeface="Calibri"/>
              </a:defRPr>
            </a:pPr>
            <a:r>
              <a:t>Core Features — Student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4447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Daily Check-ins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5564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Science-backed assessments tracking mood, energy, stress, sleep, concentration, support &amp; motivation with a computed total wellbeing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44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447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Mood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75564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Visual weekly mood charts and calendar history to identify emotional patterns over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24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249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Anonymous Peer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3580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Random matchmaking-based anonymous chat connecting students for peer-to-peer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51760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24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249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AI Chatbot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03580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Taru AI chatbot for 24/7 mental health guidance and conversation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05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50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Psychiatrist 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1596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Browse certified psychiatrists, view availability, and book confidential online appointments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31920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005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0050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Video Meetings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31596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WebRTC-based video conferencing with real-time text chat panel for psychiatrist sessions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12079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2852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285231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Stress Relief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596127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Breathing Bubble component and interactive activities for grounding and calming the mind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212079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52852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285231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Profile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596127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Complete profile with college, year, degree, batch, age, gender, and check-in streak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A1A2E"/>
                </a:solidFill>
                <a:latin typeface="Calibri"/>
              </a:defRPr>
            </a:pPr>
            <a:r>
              <a:t>Core Features — Professional &amp; Institution Portals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5029200"/>
          </a:xfrm>
          <a:prstGeom prst="roundRect">
            <a:avLst/>
          </a:prstGeom>
          <a:solidFill>
            <a:srgbClr val="ED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0D9B8C"/>
                </a:solidFill>
                <a:latin typeface="Calibri"/>
              </a:defRPr>
            </a:pPr>
            <a:r>
              <a:t>🩺 Psychiatrist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Dedicated authentication (register/login) for professionals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Dashboard with upcoming appointment overview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Manage weekly availability slots (day/time configuration)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View and manage all appointments (upcoming + past)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Conduct WebRTC video meetings with students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In-meeting text chat panel for notes and resources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View student mood history during sessions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Profile management with specialization details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502920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D4ED8"/>
                </a:solidFill>
                <a:latin typeface="Calibri"/>
              </a:defRPr>
            </a:pPr>
            <a:r>
              <a:t>🏫 Institution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Secure institution-level authentication system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Overview dashboard with aggregate student analytics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Visual mood trend charts across student body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Enrolled student list with search and filtering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Individual student wellbeing insight views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Track check-in participation rates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Monitor institutional mental health KPIs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Data-driven insights for campus wellbeing programs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A1A2E"/>
                </a:solidFill>
                <a:latin typeface="Calibri"/>
              </a:defRPr>
            </a:pPr>
            <a:r>
              <a:t>Real-Time Features — Games &amp;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All games use Socket.IO for real-time multiplayer with matchmaking, lobby system, and animated frontends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011680" cy="2286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Memory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Card matching with turn-based validation, flip mechanics, and scoring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28800"/>
            <a:ext cx="2011680" cy="2286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Connect Four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Classic 4-in-a-row with generalized game module lookup and animated 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28800"/>
            <a:ext cx="2011680" cy="2286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🏖️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Beach Balls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Physics-based game with collision detection and real-time ball interactions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828800"/>
            <a:ext cx="2011680" cy="2286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Color Wars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Territory control game with powerups, virtual joystick, and viewport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828800"/>
            <a:ext cx="2011680" cy="2286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Sea Battle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Fleet placement, turn-based naval combat with animated hit/miss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Real-Time Communication Infrastructure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37760"/>
            <a:ext cx="2560320" cy="1645920"/>
          </a:xfrm>
          <a:prstGeom prst="roundRect">
            <a:avLst/>
          </a:prstGeom>
          <a:solidFill>
            <a:srgbClr val="E6F7F5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0D9B8C"/>
                </a:solidFill>
                <a:latin typeface="Calibri"/>
              </a:defRPr>
            </a:pPr>
            <a:r>
              <a:t>🔗 Socket.IO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40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Event-driven architecture with room management and matchmaking queues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937760"/>
            <a:ext cx="2560320" cy="1645920"/>
          </a:xfrm>
          <a:prstGeom prst="roundRect">
            <a:avLst/>
          </a:prstGeom>
          <a:solidFill>
            <a:srgbClr val="E6F7F5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0D9B8C"/>
                </a:solidFill>
                <a:latin typeface="Calibri"/>
              </a:defRPr>
            </a:pPr>
            <a:r>
              <a:t>📹 WebRTC Signaling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440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ICE candidate exchange and SDP offer/answer for P2P video calls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937760"/>
            <a:ext cx="2560320" cy="1645920"/>
          </a:xfrm>
          <a:prstGeom prst="roundRect">
            <a:avLst/>
          </a:prstGeom>
          <a:solidFill>
            <a:srgbClr val="E6F7F5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0D9B8C"/>
                </a:solidFill>
                <a:latin typeface="Calibri"/>
              </a:defRPr>
            </a:pPr>
            <a:r>
              <a:t>💬 Live Chat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440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Real-time text messaging in meetings and anonymous peer chat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4937760"/>
            <a:ext cx="2560320" cy="1645920"/>
          </a:xfrm>
          <a:prstGeom prst="roundRect">
            <a:avLst/>
          </a:prstGeom>
          <a:solidFill>
            <a:srgbClr val="E6F7F5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0D9B8C"/>
                </a:solidFill>
                <a:latin typeface="Calibri"/>
              </a:defRPr>
            </a:pPr>
            <a:r>
              <a:t>🎮 Game Matchmaking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440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FIFO queue-based anonymous matchmaking per game type with lobby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1A1A2E"/>
                </a:solidFill>
                <a:latin typeface="Calibri"/>
              </a:defRPr>
            </a:pPr>
            <a:r>
              <a:t>My Contributions &amp;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486400" cy="5303520"/>
          </a:xfrm>
          <a:prstGeom prst="round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0D9B8C"/>
                </a:solidFill>
                <a:latin typeface="Calibri"/>
              </a:defRPr>
            </a:pPr>
            <a:r>
              <a:t>🚀 Key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Built the full-stack Psychiatrist Portal — auth, dashboard, availability management, and appointments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Implemented Institution Portal — registration, auth, student analytics dashboard with mood insights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Developed WebRTC-based video conferencing with real-time signaling for psychiatrist-student meetings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Created 5 real-time multiplayer games (Memory, Connect Four, Beach Balls, Color Wars, Sea Battle)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Built anonymous peer-to-peer random chat system with Socket.IO matchmaking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Integrated Taru AI Chatbot for 24/7 student mental health support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Implemented daily check-in system tracking 7 wellbeing dimensions with streak tracking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Designed responsive UI with Tailwind CSS and implemented mood tracking visualizations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Set up backend API server with Express, MongoDB schemas, and JWT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530352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EA580C"/>
                </a:solidFill>
                <a:latin typeface="Calibri"/>
              </a:defRPr>
            </a:pPr>
            <a:r>
              <a:t>⚡ Challenges &amp;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EA580C"/>
                </a:solidFill>
                <a:latin typeface="Calibri"/>
              </a:defRPr>
            </a:pPr>
            <a:r>
              <a:t>▸  WebRTC Connectivity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Implemented proper ICE candidate exchange and SDP signaling for reliable P2P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072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EA580C"/>
                </a:solidFill>
                <a:latin typeface="Calibri"/>
              </a:defRPr>
            </a:pPr>
            <a:r>
              <a:t>▸  Real-Time Game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0815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Used Socket.IO rooms with server-authoritative game state to prevent desync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6027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EA580C"/>
                </a:solidFill>
                <a:latin typeface="Calibri"/>
              </a:defRPr>
            </a:pPr>
            <a:r>
              <a:t>▸  Multi-Role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87705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Designed 3 separate auth contexts (Student, Psychiatrist, Institution) with 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39826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EA580C"/>
                </a:solidFill>
                <a:latin typeface="Calibri"/>
              </a:defRPr>
            </a:pPr>
            <a:r>
              <a:t>▸  CORS &amp;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67258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Simplified CORS config to handle multiple frontend origins in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1937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EA580C"/>
                </a:solidFill>
                <a:latin typeface="Calibri"/>
              </a:defRPr>
            </a:pPr>
            <a:r>
              <a:t>▸  Physics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4681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Built custom collision detection and physics engine for Beach Balls game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98931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EA580C"/>
                </a:solidFill>
                <a:latin typeface="Calibri"/>
              </a:defRPr>
            </a:pPr>
            <a:r>
              <a:t>▸  Anonymous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6263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Implemented FIFO queue-based matchmaking ensuring fair anonymous pairing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0D3B3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4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14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Learnings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918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Full-Stack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End-to-end development with React, Node.js, Express, and MongoDB in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2918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Real-Time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Socket.IO architecture, room management, matchmaking queues, and event-driven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2918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WebRTC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783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Peer-to-peer video with ICE/SDP signaling, STUN/TURN servers, and media streams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34640"/>
            <a:ext cx="32918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337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Multi-role JWT auth with bcrypt hashing, protected routes, and cookie-based sessions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834640"/>
            <a:ext cx="32918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Game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337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Physics engines, turn-based logic, server-authoritative state, and animated UIs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834640"/>
            <a:ext cx="32918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337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Production deployment with CORS handling, environment configs, and Vercel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14B8A6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120640"/>
            <a:ext cx="24688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13892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AI-powered mood prediction &amp; early intervention alerts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5120640"/>
            <a:ext cx="24688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513892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Redis-backed horizontal scaling for real-time modules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120640"/>
            <a:ext cx="24688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13892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Mobile app (React Native) for on-the-go access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5120640"/>
            <a:ext cx="24688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513892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Group therapy sessions with multi-party WebRTC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94A3B8"/>
                </a:solidFill>
                <a:latin typeface="Calibri"/>
              </a:defRPr>
            </a:pPr>
            <a:r>
              <a:t>Thank You!  |  Lokesh  |  Cogniease Techno Labs Pvt. Ltd.  |  August – September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